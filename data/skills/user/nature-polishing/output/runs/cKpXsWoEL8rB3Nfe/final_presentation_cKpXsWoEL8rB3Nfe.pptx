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演讲者备注：此处描述了TISS-net方法在模态缺失场景下的合成与分割能力。关键创新点包括感知正则损失和误差预测一致性损失。在BraTS2020和VS数据集上取得了优于Pix2pix和PSCGAN的Dice指标。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TISS-net: Dual-task Network for MRI Modality Synthesis and Segmentation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Results Section - Polished Academic English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Polished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我们提出级联双任务 TISS-net 网络, 在 MRI 模态缺失场景下同时完成图像合成与脑肿瘤分割.该网络使用 2.5D U-Net 作为骨干, 生成器同步输出合成目标模态与粗分割图, 分割器融合原始图像、合成图像、粗分割做精细预测.我们引入感知正则损失缩小合成图与真实影像的语义差距, 误差预测一致性损失提升分割精度.在 BraTS2020 与 VS 数据集上, 本方法 Dice 指标优于 Pix2pix、PSCGAN 等两阶段基线模型.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