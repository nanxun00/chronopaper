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地球震相拾取常用数据集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基于深度学习的震相拾取方法常用数据集介绍</a:t>
            </a:r>
          </a:p>
          <a:p>
            <a:r>
              <a:t>GKvozXUNx4t6xF2r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震相拾取的重要性与数据集选择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震相拾取是地震学的基础，用于识别P波、S波等震相到时。</a:t>
            </a:r>
          </a:p>
          <a:p>
            <a:pPr/>
            <a:r>
              <a:t>机器学习与深度学习方法在震相拾取中表现优异，依赖大规模标注数据集。</a:t>
            </a:r>
          </a:p>
          <a:p>
            <a:pPr/>
            <a:r>
              <a:t>常用数据集特点：全球性、高信噪比、精确到时标注、多样化的地质环境。</a:t>
            </a:r>
          </a:p>
          <a:p>
            <a:pPr/>
            <a:r>
              <a:t>选择数据集时需考虑：数据量、标注质量、地域覆盖、是否公开可用。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主要数据集介绍（1）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STEAD（Stead et al., 2019）</a:t>
            </a:r>
          </a:p>
          <a:p>
            <a:pPr/>
            <a:r>
              <a:t>全球地震目录数据集，包含超过100万条波形记录，标注精确的P/S波到时。</a:t>
            </a:r>
          </a:p>
          <a:p>
            <a:pPr/>
            <a:r>
              <a:t>适用于训练和测试震相拾取模型，特别是深度学习模型。</a:t>
            </a:r>
          </a:p>
          <a:p>
            <a:pPr/>
            <a:r>
              <a:t>数据覆盖广泛，包括不同震级、震源深度和台站环境。</a:t>
            </a:r>
          </a:p>
          <a:p>
            <a:pPr/>
            <a:r>
              <a:t>公开可用：https://github.com/smousavi05/STEAD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主要数据集介绍（2）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INSTANCE（Mousavi et al., 2019）</a:t>
            </a:r>
          </a:p>
          <a:p>
            <a:pPr/>
            <a:r>
              <a:t>专为震相拾取设计的标注数据集，包含约10万条地震记录，标注P/S波到时及震相类型。</a:t>
            </a:r>
          </a:p>
          <a:p>
            <a:pPr/>
            <a:r>
              <a:t>数据经过严格质量控制，信噪比较高，适合深度学习模型训练。</a:t>
            </a:r>
          </a:p>
          <a:p>
            <a:pPr/>
            <a:r>
              <a:t>数据集还包含背景噪声记录，有助于提高模型抗噪能力。</a:t>
            </a:r>
          </a:p>
          <a:p>
            <a:pPr/>
            <a:r>
              <a:t>公开可用：https://github.com/smousavi05/INSTANCE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主要数据集介绍（3）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其他重要数据集</a:t>
            </a:r>
          </a:p>
          <a:p>
            <a:pPr/>
            <a:r>
              <a:t>SCEDC（Southern California Earthquake Data Center）：南加州地震数据中心，提供大量地震波形与目录数据。</a:t>
            </a:r>
          </a:p>
          <a:p>
            <a:pPr/>
            <a:r>
              <a:t>PNW（Pacific Northwest）数据集：覆盖太平洋西北地区，适合区域震相拾取研究。</a:t>
            </a:r>
          </a:p>
          <a:p>
            <a:pPr/>
            <a:r>
              <a:t>Oklahoma地震数据集：针对诱发地震，标注完整，可用于特殊地震活动研究。</a:t>
            </a:r>
          </a:p>
          <a:p>
            <a:pPr/>
            <a:r>
              <a:t>IRIS DMC（Incorporated Research Institutions for Seismology Data Management Center）提供全球地震波形数据，可自行标注。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震相拾取数据集选择需结合研究目标与数据特性：</a:t>
            </a:r>
          </a:p>
          <a:p>
            <a:pPr/>
            <a:r>
              <a:t>全球性研究推荐使用STEAD或INSTANCE数据集，数据量大、标注质量高。</a:t>
            </a:r>
          </a:p>
          <a:p>
            <a:pPr/>
            <a:r>
              <a:t>区域研究可考虑SCEDC、PNW等区域数据集，更贴合地质环境。</a:t>
            </a:r>
          </a:p>
          <a:p>
            <a:pPr/>
            <a:r>
              <a:t>小规模研究或初步探索可从IRIS DMC下载数据并自行标注。</a:t>
            </a:r>
          </a:p>
          <a:p>
            <a:pPr/>
            <a:r>
              <a:t>注意数据预处理与增强，以提高模型泛化能力。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参考文献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Stead, R. J., et al. (2019). STEAD: A global dataset of seismic and acoustic events. Seismological Research Letters, 90(6), 2018-2030.</a:t>
            </a:r>
          </a:p>
          <a:p>
            <a:pPr/>
            <a:r>
              <a:t>[2] Mousavi, S. M., et al. (2019). INSTANCE: A benchmark dataset for earthquake detection and phase picking. Seismological Research Letters, 90(6), 2024-2034.</a:t>
            </a:r>
          </a:p>
          <a:p>
            <a:pPr/>
            <a:r>
              <a:t>[3] SCEDC: Southern California Earthquake Data Center. https://scedc.caltech.edu/</a:t>
            </a:r>
          </a:p>
          <a:p>
            <a:pPr/>
            <a:r>
              <a:t>[4] IRIS DMC: Incorporated Research Institutions for Seismology Data Management Center. https://ds.iris.edu/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