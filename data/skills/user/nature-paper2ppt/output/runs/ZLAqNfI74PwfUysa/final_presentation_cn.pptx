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基于MorphoMask的明场类器官实例分割与形态定量分析方法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MorphoMask: Instance Segmentation and Morphological Quantitative Analysis for Bright-Field Organoids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类器官是三维培养下干细胞自组织的体外模型，可复制真实组织结构和功能。</a:t>
            </a:r>
          </a:p>
          <a:p>
            <a:pPr>
              <a:defRPr sz="1800"/>
            </a:pPr>
            <a:r>
              <a:t>明场成像因成本低、支持长期观察而被广泛使用，但存在背景复杂、对比低、边界模糊和目标粘连等问题。</a:t>
            </a:r>
          </a:p>
          <a:p>
            <a:pPr>
              <a:defRPr sz="1800"/>
            </a:pPr>
            <a:r>
              <a:t>现有方法在复杂明场场景下泛化能力有限，小目标、密集分布和下游分析脱节是主要瓶颈。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研究动机与目标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当前方法多仅输出分割掩码，缺少与形态定量分析的直接衔接。</a:t>
            </a:r>
          </a:p>
          <a:p>
            <a:pPr>
              <a:defRPr sz="1800"/>
            </a:pPr>
            <a:r>
              <a:t>核心瓶颈在于高分辨率特征表示不足，限制了小目标与边界细节的建模。</a:t>
            </a:r>
          </a:p>
          <a:p>
            <a:pPr>
              <a:defRPr sz="1800"/>
            </a:pPr>
            <a:r>
              <a:t>本研究提出MorphoMask，实现明场类器官的实例分割与形态参数一体化分析。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MorphoMask方法概述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从特征增强和空间建模两个角度优化模型。</a:t>
            </a:r>
          </a:p>
          <a:p>
            <a:pPr>
              <a:defRPr sz="1800"/>
            </a:pPr>
            <a:r>
              <a:t>提出弱边界双路径增强模块(WT-DPE)，强化浅层特征的细节和边界表示。</a:t>
            </a:r>
          </a:p>
          <a:p>
            <a:pPr>
              <a:defRPr sz="1800"/>
            </a:pPr>
            <a:r>
              <a:t>引入空间位置对齐校准模块(SLAC)，提升密集实例分离精度。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主要贡献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提出WT-DPE模块，通过细节增强和跨路径融合加强小目标、弱边界和粘连区域表达。</a:t>
            </a:r>
          </a:p>
          <a:p>
            <a:pPr>
              <a:defRPr sz="1800"/>
            </a:pPr>
            <a:r>
              <a:t>提出SLAC模块，增强空间方位信息建模，提升密集场景实例分离精度。</a:t>
            </a:r>
          </a:p>
          <a:p>
            <a:pPr>
              <a:defRPr sz="1800"/>
            </a:pPr>
            <a:r>
              <a:t>构建从分割掩码到形态参数（数量、面积、周长等）的自动化工作流。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相关工作：医学与生物显微图像分割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早期方法如阈值分割、区域生长等依赖手工特征，难以应对复杂明场场景。</a:t>
            </a:r>
          </a:p>
          <a:p>
            <a:pPr>
              <a:defRPr sz="1800"/>
            </a:pPr>
            <a:r>
              <a:t>以U-Net为代表的CNN方法集成多尺度特征，但缺乏实例级区分能力。</a:t>
            </a:r>
          </a:p>
          <a:p>
            <a:pPr>
              <a:defRPr sz="1800"/>
            </a:pPr>
            <a:r>
              <a:t>密集排列与小目标大量存在易导致实例混淆、边缘断裂和漏检。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相关工作：实例分割方法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Mask R-CNN两阶段框架依赖候选框，在边界低对比和粘连场景下难以分离实例。</a:t>
            </a:r>
          </a:p>
          <a:p>
            <a:pPr>
              <a:defRPr sz="1800"/>
            </a:pPr>
            <a:r>
              <a:t>MaskFormer等基于Transformer的端到端方法具备全局建模能力。</a:t>
            </a:r>
          </a:p>
          <a:p>
            <a:pPr>
              <a:defRPr sz="1800"/>
            </a:pPr>
            <a:r>
              <a:t>但现有框架对浅层高分辨率特征利用不足，导致小目标特征衰减和边缘恢复受限。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相关工作：高分辨率特征增强与注意力机制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高分辨率浅层特征包含纹理、边缘信息，是提升小目标识别和边界恢复的关键。</a:t>
            </a:r>
          </a:p>
          <a:p>
            <a:pPr>
              <a:defRPr sz="1800"/>
            </a:pPr>
            <a:r>
              <a:t>多分支卷积和特征金字塔用于多尺度适应和语义融合，但缺乏针对粘连实例的交叉路径交互。</a:t>
            </a:r>
          </a:p>
          <a:p>
            <a:pPr>
              <a:defRPr sz="1800"/>
            </a:pPr>
            <a:r>
              <a:t>注意力机制可自适应增强有效特征，但现有模块未针对明场类器官密集粘连特性设计。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MorphoMask核心组件：WT-DPE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嵌入在高分辨率特征层，通过细节增强路径强化局部纹理和边界的表示。</a:t>
            </a:r>
          </a:p>
          <a:p>
            <a:pPr>
              <a:defRPr sz="1800"/>
            </a:pPr>
            <a:r>
              <a:t>通过跨路径融合模块整合不同分辨率特征，提升模型对小目标和弱边界的感知能力。</a:t>
            </a:r>
          </a:p>
          <a:p>
            <a:pPr>
              <a:defRPr sz="1800"/>
            </a:pPr>
            <a:r>
              <a:t>有效缓解背景纹理干扰和实例间边界模糊问题。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MorphoMask核心组件：SLAC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在关键高分辨率特征层中引入，用于建模空间方位信息和相邻实例的分布模式。</a:t>
            </a:r>
          </a:p>
          <a:p>
            <a:pPr>
              <a:defRPr sz="1800"/>
            </a:pPr>
            <a:r>
              <a:t>通过空间位置对齐和校准，提升模型对密集排列实例的区分能力。</a:t>
            </a:r>
          </a:p>
          <a:p>
            <a:pPr>
              <a:defRPr sz="1800"/>
            </a:pPr>
            <a:r>
              <a:t>可减少因实例粘连导致的错分和漏检问题。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实验设置与数据集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使用明场显微镜获得的类器官图像数据集，包含密集、小目标和边界模糊等多种挑战。</a:t>
            </a:r>
          </a:p>
          <a:p>
            <a:pPr>
              <a:defRPr sz="1800"/>
            </a:pPr>
            <a:r>
              <a:t>采用Mask2Former作为基础模型，并分别集成WT-DPE和SLAC模块进行对比。</a:t>
            </a:r>
          </a:p>
          <a:p>
            <a:pPr>
              <a:defRPr sz="1800"/>
            </a:pPr>
            <a:r>
              <a:t>评估指标包括实例分割精度（如mAP）和下游形态参数的一致性。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实验结果与分析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MorphoMask在实例分割精度上显著优于Mask2Former等基线方法。</a:t>
            </a:r>
          </a:p>
          <a:p>
            <a:pPr>
              <a:defRPr sz="1800"/>
            </a:pPr>
            <a:r>
              <a:t>WT-DPE模块有效提升小目标和弱边界区域的召回率和边界F1分数。</a:t>
            </a:r>
          </a:p>
          <a:p>
            <a:pPr>
              <a:defRPr sz="1800"/>
            </a:pPr>
            <a:r>
              <a:t>SLAC模块在密集粘连区域显著降低实例混淆率，提高分离效果。</a:t>
            </a:r>
          </a:p>
          <a:p>
            <a:pPr>
              <a:defRPr sz="1800"/>
            </a:pPr>
            <a:r>
              <a:t>下游形态参数（数量、面积、周长等）与人工标注高度一致。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MorphoMask通过特征增强和空间校准，解决了明场类器官实例分割中的关键瓶颈。</a:t>
            </a:r>
          </a:p>
          <a:p>
            <a:pPr>
              <a:defRPr sz="1800"/>
            </a:pPr>
            <a:r>
              <a:t>构建了从像素级分割到可解释形态指标的完整自动化工作流。</a:t>
            </a:r>
          </a:p>
          <a:p>
            <a:pPr>
              <a:defRPr sz="1800"/>
            </a:pPr>
            <a:r>
              <a:t>未来可进一步扩展至其他明场显微对象，并引入时间序列动态分析。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