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CODEGEN: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本文研究的主要问题和意义</a:t>
            </a:r>
          </a:p>
          <a:p>
            <a:pPr lvl="1"/>
            <a:r>
              <a:t>当前领域存在的挑战或空白</a:t>
            </a:r>
          </a:p>
          <a:p>
            <a:pPr lvl="1"/>
            <a:r>
              <a:t>本文提出的解决方案概述</a:t>
            </a:r>
          </a:p>
          <a:p>
            <a:pPr lvl="1"/>
            <a:r>
              <a:t>研究的主要目标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本文采用的主要技术路线</a:t>
            </a:r>
          </a:p>
          <a:p>
            <a:pPr lvl="1"/>
            <a:r>
              <a:t>方法1：具体技术描述</a:t>
            </a:r>
          </a:p>
          <a:p>
            <a:pPr lvl="1"/>
            <a:r>
              <a:t>方法2：创新点分析</a:t>
            </a:r>
          </a:p>
          <a:p>
            <a:pPr lvl="1"/>
            <a:r>
              <a:t>实验设计与数据集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实验结果与分析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主要实验发现</a:t>
            </a:r>
          </a:p>
          <a:p>
            <a:pPr lvl="1"/>
            <a:r>
              <a:t>性能指标对比分析</a:t>
            </a:r>
          </a:p>
          <a:p>
            <a:pPr lvl="1"/>
            <a:r>
              <a:t>消融实验结果</a:t>
            </a:r>
          </a:p>
          <a:p>
            <a:pPr lvl="1"/>
            <a:r>
              <a:t>可视化分析</a:t>
            </a:r>
          </a:p>
        </p:txBody>
      </p:sp>
      <p:pic>
        <p:nvPicPr>
          <p:cNvPr id="5" name="Picture 4" descr="doi_10.48550_arxiv.2203.13474_p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891520000" y="182880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89152000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图 1</a:t>
            </a:r>
          </a:p>
        </p:txBody>
      </p:sp>
      <p:pic>
        <p:nvPicPr>
          <p:cNvPr id="7" name="Picture 6" descr="doi_10.48550_arxiv.2203.13474_p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94720400" y="1828800"/>
            <a:ext cx="27432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89472040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图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本文的主要贡献</a:t>
            </a:r>
          </a:p>
          <a:p>
            <a:pPr lvl="1"/>
            <a:r>
              <a:t>研究方法的创新点</a:t>
            </a:r>
          </a:p>
          <a:p>
            <a:pPr lvl="1"/>
            <a:r>
              <a:t>实验结果的有效性</a:t>
            </a:r>
          </a:p>
          <a:p>
            <a:pPr lvl="1"/>
            <a:r>
              <a:t>未来研究方向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