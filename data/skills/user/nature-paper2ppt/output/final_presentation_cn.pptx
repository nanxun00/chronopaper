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5676"/>
                </a:solidFill>
                <a:latin typeface="Microsoft YaHei"/>
              </a:defRPr>
            </a:pPr>
            <a:r>
              <a:t>Deep Learning for Natural Language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86AB"/>
                </a:solidFill>
                <a:latin typeface="Microsoft YaHei"/>
              </a:defRPr>
            </a:pPr>
            <a:r>
              <a:t>John Doe, Jane Smith, Bob Johnson</a:t>
            </a:r>
            <a:br/>
            <a:r>
              <a:t>Nature Machine Intelligence,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Microsoft YaHei"/>
              </a:defRPr>
            </a:pPr>
            <a:r>
              <a:t>Nature Paper 2 PPT 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摘要 (Abstract)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We present a comprehensive review of deep learning methods for NLP tasks including text classification, sequence labeling, and machine translation. Our analysis covers transformer architectures, attention mechanisms, and recent advances in pre-trained language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章节 1: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Deep learning has revolutionized NLP in recent years. Transformer-based models like BERT and GPT have achieved state-of-the-art results across many benchmarks.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章节 2: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We propose a novel architecture combining convolutional and attention mechanisms. The model is trained on a large corpus of 1B tokens using masked language modeling objectives.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章节 3: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Our method achieves 92.3% accuracy on GLUE benchmark, outperforming previous approaches by 2.1%. Ablation studies confirm the importance of each component.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章节 4: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These results demonstrate the effectiveness of hybrid architectures for NLP. Future work may explore scaling to even larger models and multi-modal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结论与展望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本研究提出的混合架构在多个NLP基准测试中取得最优结果</a:t>
            </a:r>
            <a:br/>
            <a:r>
              <a:t>• 注意力机制与卷积特征的结合有效提升了模型表达能力</a:t>
            </a:r>
            <a:br/>
            <a:r>
              <a:t>• 未来工作：探索更大规模模型、多模态学习、以及更高效训练方法</a:t>
            </a:r>
            <a:br/>
            <a:r>
              <a:t>• 潜在应用：对话系统、机器翻译、情感分析等实际场景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